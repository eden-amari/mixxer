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022B2-FA21-7CC8-8191-29BD99A30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610EA-B244-5D9D-D7C9-51E9122D5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A3940-14D5-5E55-4FCE-E8BA5B6F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3FB7-79ED-4F63-A148-079390998DD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A791-A890-2361-DBDF-9D767243D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10556-EC80-BC62-8FEF-52B9D6DE3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7C536-9822-47A2-88A5-C84715A88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90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5E6B-FE18-A607-BBD4-88FBC6A6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DD426-DB94-175A-6D5B-43FEA9C00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59D45-CB78-8821-AB53-A3941BA2A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3FB7-79ED-4F63-A148-079390998DD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438AD-C323-1B66-0EAC-265CAF81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85B97-E244-2499-D34A-2B04964C9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7C536-9822-47A2-88A5-C84715A88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94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E602-8898-94B6-EC78-2D62249A7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144E1-86E2-1382-832C-7D728A627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BCC97-2196-C0BC-0FCF-3E4266886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3FB7-79ED-4F63-A148-079390998DD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2044C-1A77-DEDD-35B6-3813C18D2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BE875-D546-4894-038A-B49C14310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7C536-9822-47A2-88A5-C84715A88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6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BDD12-07F4-144C-99D5-39B445698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E0305-EBD3-1A54-C6BE-48E0F5D27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B16C4-4C08-392E-7D24-0EE1BC16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EF93C-79BC-5298-318A-5565B1E4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3FB7-79ED-4F63-A148-079390998DD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72A44-3CE4-9857-ED96-3B00AA78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F1165-EDEF-70AC-565E-34B10708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7C536-9822-47A2-88A5-C84715A88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9EE94-6EE3-C29B-E4F0-39D6B501A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6EC9A-730F-ED54-32D5-A7C7CC9F2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7962E-EA1F-FB39-9F17-4C1A303A3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FDA9CB-7674-24D3-4942-AFDC989D3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E1D883-2097-8963-D0BC-98E8E81B7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A48424-D57B-9842-0317-7A49694D0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3FB7-79ED-4F63-A148-079390998DD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2044F8-1A6A-163F-7474-C4C299B09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07E721-3E1C-E4B0-6BD9-07479C39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7C536-9822-47A2-88A5-C84715A88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8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C9CCF-6DEF-AB92-DFD0-BF73D9A16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72313-9DB5-16A6-ABEC-7F1D6EB4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3FB7-79ED-4F63-A148-079390998DD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E57A9-2032-DE58-5D71-9ACB9DA4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199E92-04C1-21CE-EA35-94D0B80AB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7C536-9822-47A2-88A5-C84715A88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73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05815-6563-94AC-990F-D02B33759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3FB7-79ED-4F63-A148-079390998DD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DF0EF-C731-FE5D-7843-C76D70B5D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1F4C8-0D18-AC68-CE12-908AE6CE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7C536-9822-47A2-88A5-C84715A88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62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ADB89-2FED-E6CE-AFE3-DF2F7726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13C37-5EFE-39F3-6525-F44D7164A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30331-D0D2-8C57-7067-71F93CA70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03B44-3226-5C8E-8FD4-6FDAF3138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3FB7-79ED-4F63-A148-079390998DD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96C8E-CA39-1FCE-7060-66386C0E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305B5-A943-A8AD-A080-563FBC72F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7C536-9822-47A2-88A5-C84715A88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64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CE133-BCFB-2D94-0BA2-2B87C96E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C25AE1-1438-0099-2B37-BDEEA516A1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161530-DA33-98C2-4E2B-4BE7527FF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DF546-2441-2F6E-83B2-2EEE042B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3FB7-79ED-4F63-A148-079390998DD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3CAE4-B82C-D880-2D4A-662067A9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16C31-1F72-3C41-3E35-A0618945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7C536-9822-47A2-88A5-C84715A88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33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460B-6DDE-3840-4E70-C4B06A19D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BCC2A7-8819-C892-6360-BE7BFAAD5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379FB-06EA-8938-F1B8-EC11545F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3FB7-79ED-4F63-A148-079390998DD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BD9E1-D47A-2A2D-21A7-DB926A27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5AD2F-D333-995E-DB53-BBB6DB0D1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7C536-9822-47A2-88A5-C84715A88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00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DF5001-D17F-E28A-3766-EA02F8BA43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1E14C-2EE2-05A8-76B2-6D9B32550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F76B8-5D33-14B2-4777-23635B80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3FB7-79ED-4F63-A148-079390998DD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9E368-48A8-F17A-B375-650D0B08E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1E2A4-697B-EF94-A27E-C9E271F0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7C536-9822-47A2-88A5-C84715A88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57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753EC-A61C-EDED-7214-1A96FCE5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07C4E-101C-9DFE-309B-EF7A4A2BC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338A5-1032-472F-08F5-5F33435A66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8D3FB7-79ED-4F63-A148-079390998DD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5C9E4-C6D1-61EA-272E-EB441174C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24427-7282-A1E8-0473-6F421EACF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7C536-9822-47A2-88A5-C84715A88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19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F7AFA-5FA3-ECE5-9A07-13110E68D9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5CCA74-C602-03C4-4A14-169BC194E9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Setting up a branch to merge only after a pull request</a:t>
            </a:r>
          </a:p>
        </p:txBody>
      </p:sp>
    </p:spTree>
    <p:extLst>
      <p:ext uri="{BB962C8B-B14F-4D97-AF65-F5344CB8AC3E}">
        <p14:creationId xmlns:p14="http://schemas.microsoft.com/office/powerpoint/2010/main" val="1585375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AF99-AC10-BA5B-84F6-3AB8CFE2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your main/master to only merge after a pull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68567-1F1D-282D-CBD3-1DEC9CA6D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319" y="1584993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Click on Settings-&gt;Branches</a:t>
            </a:r>
          </a:p>
          <a:p>
            <a:r>
              <a:rPr lang="en-US" sz="2400" dirty="0"/>
              <a:t>Then click on classic branch protections </a:t>
            </a:r>
          </a:p>
          <a:p>
            <a:pPr lvl="1"/>
            <a:r>
              <a:rPr lang="en-US" sz="2000" dirty="0"/>
              <a:t>(make sure you type in master or main as the branch pattern)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r>
              <a:rPr lang="en-US" sz="2400" dirty="0"/>
              <a:t>Make sure the following options are checked</a:t>
            </a:r>
          </a:p>
          <a:p>
            <a:r>
              <a:rPr lang="en-US" sz="2400" dirty="0"/>
              <a:t>Require at least 2 approvals before merging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732C71-8D92-D87E-D79D-9676C1097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6903"/>
            <a:ext cx="7057445" cy="1298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A8DEE2-A9D0-F49B-BF78-C4CCF7155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972523"/>
            <a:ext cx="7236088" cy="16871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FE59FD-D869-475D-C770-2C98E0DE2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584" y="1182295"/>
            <a:ext cx="5257977" cy="5779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A9AC07-A54C-651C-2422-05A642C09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2609" y="1756521"/>
            <a:ext cx="2856072" cy="224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68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64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Software Engineering</vt:lpstr>
      <vt:lpstr>Changing your main/master to only merge after a pull request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James</dc:creator>
  <cp:lastModifiedBy>David James</cp:lastModifiedBy>
  <cp:revision>4</cp:revision>
  <dcterms:created xsi:type="dcterms:W3CDTF">2025-09-30T20:42:02Z</dcterms:created>
  <dcterms:modified xsi:type="dcterms:W3CDTF">2026-02-12T23:58:17Z</dcterms:modified>
</cp:coreProperties>
</file>